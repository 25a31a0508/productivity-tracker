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F5F5790B-66B1-4290-9200-E5D7AD76DFDE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77" d="100"/>
          <a:sy n="77" d="100"/>
        </p:scale>
        <p:origin x="675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D7B65-5BB7-435E-9888-A7196C3D786F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33DB3-87E3-4FF6-8869-E4058C087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5849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D7B65-5BB7-435E-9888-A7196C3D786F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33DB3-87E3-4FF6-8869-E4058C087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941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D7B65-5BB7-435E-9888-A7196C3D786F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33DB3-87E3-4FF6-8869-E4058C087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6727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D7B65-5BB7-435E-9888-A7196C3D786F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33DB3-87E3-4FF6-8869-E4058C087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493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D7B65-5BB7-435E-9888-A7196C3D786F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33DB3-87E3-4FF6-8869-E4058C087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618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D7B65-5BB7-435E-9888-A7196C3D786F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33DB3-87E3-4FF6-8869-E4058C087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3460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D7B65-5BB7-435E-9888-A7196C3D786F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33DB3-87E3-4FF6-8869-E4058C087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4257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D7B65-5BB7-435E-9888-A7196C3D786F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33DB3-87E3-4FF6-8869-E4058C087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118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D7B65-5BB7-435E-9888-A7196C3D786F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33DB3-87E3-4FF6-8869-E4058C087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736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D7B65-5BB7-435E-9888-A7196C3D786F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33DB3-87E3-4FF6-8869-E4058C087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3554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D7B65-5BB7-435E-9888-A7196C3D786F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33DB3-87E3-4FF6-8869-E4058C0872DC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501591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D7B65-5BB7-435E-9888-A7196C3D786F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33DB3-87E3-4FF6-8869-E4058C087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81455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D7B65-5BB7-435E-9888-A7196C3D786F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33DB3-87E3-4FF6-8869-E4058C0872DC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10118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D7B65-5BB7-435E-9888-A7196C3D786F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33DB3-87E3-4FF6-8869-E4058C087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32372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D7B65-5BB7-435E-9888-A7196C3D786F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33DB3-87E3-4FF6-8869-E4058C087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9317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D7B65-5BB7-435E-9888-A7196C3D786F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33DB3-87E3-4FF6-8869-E4058C087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779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7D7B65-5BB7-435E-9888-A7196C3D786F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9A33DB3-87E3-4FF6-8869-E4058C087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753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E9ABB-EE19-8907-8124-A21AD5A5A1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PRODUCTIVITY TRACKER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C208A2-1640-2BA4-D8A2-B21381C40B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0455" y="4280988"/>
            <a:ext cx="7766936" cy="1815012"/>
          </a:xfrm>
        </p:spPr>
        <p:txBody>
          <a:bodyPr>
            <a:noAutofit/>
          </a:bodyPr>
          <a:lstStyle/>
          <a:p>
            <a:r>
              <a:rPr lang="en-IN" sz="2000" dirty="0"/>
              <a:t>TEAM LEADER : N . JASWANTH SAI SHANKAR , 25A31A0548 </a:t>
            </a:r>
          </a:p>
          <a:p>
            <a:r>
              <a:rPr lang="en-IN" sz="2000" dirty="0"/>
              <a:t>TEAM MATES : 1) S . ADITYA , 25A31A0565 </a:t>
            </a:r>
          </a:p>
          <a:p>
            <a:r>
              <a:rPr lang="en-IN" sz="2000" dirty="0"/>
              <a:t>2) G . SRI VARSHINI , 25A31A0508 </a:t>
            </a:r>
          </a:p>
          <a:p>
            <a:r>
              <a:rPr lang="en-IN" sz="2000" dirty="0"/>
              <a:t>3) K . NAVYA , 25A31A0515</a:t>
            </a:r>
          </a:p>
        </p:txBody>
      </p:sp>
    </p:spTree>
    <p:extLst>
      <p:ext uri="{BB962C8B-B14F-4D97-AF65-F5344CB8AC3E}">
        <p14:creationId xmlns:p14="http://schemas.microsoft.com/office/powerpoint/2010/main" val="3823023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EEDBD-AE67-6CB7-5D43-054D90002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85423-2942-7743-6BAC-D3F18A4B9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90"/>
            <a:ext cx="8596668" cy="2610464"/>
          </a:xfrm>
        </p:spPr>
        <p:txBody>
          <a:bodyPr/>
          <a:lstStyle/>
          <a:p>
            <a:r>
              <a:rPr lang="en-US" dirty="0"/>
              <a:t>- Help students track study time and task completion</a:t>
            </a:r>
          </a:p>
          <a:p>
            <a:r>
              <a:rPr lang="en-US" dirty="0"/>
              <a:t>- Identify and reduce unproductive habits and time wasters</a:t>
            </a:r>
          </a:p>
          <a:p>
            <a:r>
              <a:rPr lang="en-US" dirty="0"/>
              <a:t>- Provide visual reports to improve planning and focus</a:t>
            </a:r>
          </a:p>
          <a:p>
            <a:r>
              <a:rPr lang="en-US" dirty="0"/>
              <a:t>- Increase academic performance through data driven insights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4316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15BE7-47B8-E27C-C59F-6DCDFE55F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E8B61-850F-1729-4D65-CACD1BCED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LIMITATIONS OF EXISTING SYSTEM: Manual tracking is inconsistent and forgotten. Separate apps for tasks, time, and goals cause friction. No centralized analytics for student patterns.</a:t>
            </a:r>
          </a:p>
          <a:p>
            <a:r>
              <a:rPr lang="en-US" dirty="0"/>
              <a:t>ADVANTAGES OF PROPOSED SYSTEM: Automated time tracking for apps and websites. All in one dashboard for tasks, schedules, and progress. Generates weekly productivity reports with personalized tips.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6963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EAB49-9FDB-4C3C-344C-56815C6B6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Features and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25B18-ACC4-2F00-06EC-7FDEC0957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Automated tracking: Logs study sessions without manual entry</a:t>
            </a:r>
          </a:p>
          <a:p>
            <a:r>
              <a:rPr lang="en-US" dirty="0"/>
              <a:t>- Distraction alerts: Notifies after 30 minutes on social media, for example</a:t>
            </a:r>
          </a:p>
          <a:p>
            <a:r>
              <a:rPr lang="en-US" dirty="0"/>
              <a:t>- Visual analytics: Shows 40% more study time leads to grade improvement</a:t>
            </a:r>
          </a:p>
          <a:p>
            <a:r>
              <a:rPr lang="en-US" dirty="0"/>
              <a:t>- Goal setting: Set and monitor targets like "Complete 5 chapters weekly"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8703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B46DF-04DD-7A31-E8ED-472ABEDCC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FD121-4117-EF32-2175-78063278C65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160588"/>
            <a:ext cx="8596313" cy="3881437"/>
          </a:xfrm>
        </p:spPr>
        <p:txBody>
          <a:bodyPr/>
          <a:lstStyle/>
          <a:p>
            <a:r>
              <a:rPr lang="en-US" dirty="0"/>
              <a:t>- The Productivity Tracker simplifies student performance management</a:t>
            </a:r>
          </a:p>
          <a:p>
            <a:r>
              <a:rPr lang="en-US" dirty="0"/>
              <a:t>- It turns data into actionable insights for better habits</a:t>
            </a:r>
          </a:p>
          <a:p>
            <a:r>
              <a:rPr lang="en-US" dirty="0"/>
              <a:t>- Aims to directly contribute to academic success and reduced stress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5821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BDA9F-ABD4-4979-2074-1D1192F26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816" y="2276668"/>
            <a:ext cx="7694645" cy="1237863"/>
          </a:xfrm>
        </p:spPr>
        <p:txBody>
          <a:bodyPr>
            <a:normAutofit/>
          </a:bodyPr>
          <a:lstStyle/>
          <a:p>
            <a:r>
              <a:rPr lang="en-IN" sz="4800" dirty="0">
                <a:latin typeface="Californian FB" panose="0207040306080B030204" pitchFamily="18" charset="0"/>
              </a:rPr>
              <a:t>                  THANKYOU</a:t>
            </a:r>
          </a:p>
        </p:txBody>
      </p:sp>
    </p:spTree>
    <p:extLst>
      <p:ext uri="{BB962C8B-B14F-4D97-AF65-F5344CB8AC3E}">
        <p14:creationId xmlns:p14="http://schemas.microsoft.com/office/powerpoint/2010/main" val="361770864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</TotalTime>
  <Words>231</Words>
  <Application>Microsoft Office PowerPoint</Application>
  <PresentationFormat>Widescreen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Californian FB</vt:lpstr>
      <vt:lpstr>Trebuchet MS</vt:lpstr>
      <vt:lpstr>Wingdings 3</vt:lpstr>
      <vt:lpstr>Facet</vt:lpstr>
      <vt:lpstr>PRODUCTIVITY TRACKER</vt:lpstr>
      <vt:lpstr>OBJECTIVE OF THE PROJECT</vt:lpstr>
      <vt:lpstr>PROBLEM STATEMENT</vt:lpstr>
      <vt:lpstr>Key Features and Benefits</vt:lpstr>
      <vt:lpstr>CONCLUSION</vt:lpstr>
      <vt:lpstr>                  THANKYOU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 Varshini Gampala</dc:creator>
  <cp:lastModifiedBy>Sri Varshini Gampala</cp:lastModifiedBy>
  <cp:revision>1</cp:revision>
  <dcterms:created xsi:type="dcterms:W3CDTF">2026-03-23T07:57:55Z</dcterms:created>
  <dcterms:modified xsi:type="dcterms:W3CDTF">2026-03-23T08:11:51Z</dcterms:modified>
</cp:coreProperties>
</file>